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135045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58876" y="276225"/>
            <a:ext cx="3356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Article Learning App for Students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015901"/>
            <a:ext cx="36143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326952"/>
            <a:ext cx="3543449" cy="914400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479352"/>
            <a:ext cx="322569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8th graders struggle with Chinese reading comprehension. Traditional methods lack engagement and don't provide immediate feedback on pronunciation and vocabulary.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431852"/>
            <a:ext cx="36143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742902"/>
            <a:ext cx="3543449" cy="1066800"/>
          </a:xfrm>
          <a:prstGeom prst="roundRect">
            <a:avLst>
              <a:gd name="adj" fmla="val 9524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2895302"/>
            <a:ext cx="0" cy="76200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075" y="2895302"/>
            <a:ext cx="304763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web app that transforms Chinese articles into interactive learning experiences with speech recognition, sentence-by-sentence breakdowns, and adaptive vocabulary practice.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41775" y="1015901"/>
            <a:ext cx="0" cy="3384947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5201" y="1015901"/>
            <a:ext cx="4138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5201" y="1326952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57601" y="1453902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7601" y="1634877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 transcription using Browser Web Speech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7427" y="1326952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49827" y="1453902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827" y="1634877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generates article summaries and breakdowns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5201" y="2155478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7601" y="2282428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Pinyin + Translation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7601" y="2463403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Sentence-by-sentence Chinese, pinyin, and English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97427" y="2155478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49827" y="2282428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827" y="2463403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pronunciation for read-aloud practice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5201" y="2984004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7601" y="3110954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Animations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7601" y="3291929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character writing with hanzi-writer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97427" y="2984004"/>
            <a:ext cx="1965275" cy="701576"/>
          </a:xfrm>
          <a:prstGeom prst="roundRect">
            <a:avLst>
              <a:gd name="adj" fmla="val 1086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49827" y="3110954"/>
            <a:ext cx="1693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Tracking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827" y="3291929"/>
            <a:ext cx="1693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from learning to mastered status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4654748"/>
            <a:ext cx="9144000" cy="488752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1000" y="4827687"/>
            <a:ext cx="825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43782" y="4781699"/>
            <a:ext cx="1220688" cy="234851"/>
          </a:xfrm>
          <a:prstGeom prst="roundRect">
            <a:avLst>
              <a:gd name="adj" fmla="val 648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70732" y="4832449"/>
            <a:ext cx="98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16870" y="4781699"/>
            <a:ext cx="1184672" cy="234851"/>
          </a:xfrm>
          <a:prstGeom prst="roundRect">
            <a:avLst>
              <a:gd name="adj" fmla="val 648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943820" y="4832449"/>
            <a:ext cx="9493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53942" y="4781699"/>
            <a:ext cx="603349" cy="234851"/>
          </a:xfrm>
          <a:prstGeom prst="roundRect">
            <a:avLst>
              <a:gd name="adj" fmla="val 648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80892" y="4832449"/>
            <a:ext cx="356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09691" y="4781699"/>
            <a:ext cx="1149846" cy="234851"/>
          </a:xfrm>
          <a:prstGeom prst="roundRect">
            <a:avLst>
              <a:gd name="adj" fmla="val 648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36641" y="4832449"/>
            <a:ext cx="913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1937" y="4781699"/>
            <a:ext cx="1194197" cy="234851"/>
          </a:xfrm>
          <a:prstGeom prst="roundRect">
            <a:avLst>
              <a:gd name="adj" fmla="val 648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38888" y="4832449"/>
            <a:ext cx="959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Deployment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Monkey - Executive Summary</dc:title>
  <dc:subject>PptxGenJS Presentation</dc:subject>
  <dc:creator>Eric Chang</dc:creator>
  <cp:lastModifiedBy>Eric Chang</cp:lastModifiedBy>
  <cp:revision>1</cp:revision>
  <dcterms:created xsi:type="dcterms:W3CDTF">2026-02-04T06:46:03Z</dcterms:created>
  <dcterms:modified xsi:type="dcterms:W3CDTF">2026-02-04T06:46:03Z</dcterms:modified>
</cp:coreProperties>
</file>